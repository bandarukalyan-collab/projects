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47472" cy="50794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TECHNOLOGIES  ·  AI-NATIVE SDLC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Starter Kit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SDLC Harness  ·  Training Tuesday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Kamalakar Ponaka  ·  kamalakar.ponaka@dell.com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 ·  Training Tuesday  ·  Questions welcome in chat throughout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26791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53312"/>
            <a:ext cx="267919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658368" cy="2468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6888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6 levels → 3 (Non-POD → POD)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CMDB-rooted URLs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SpecKit → SDD migration path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353312"/>
            <a:ext cx="26791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353312"/>
            <a:ext cx="26791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9272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Lead Setup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19272" y="2468880"/>
            <a:ext cx="658368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46888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83464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sdd-install CLI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wizard with dummy-pod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POD workspace + knowledge base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44184" y="1353312"/>
            <a:ext cx="2679192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1353312"/>
            <a:ext cx="267919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5361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81344" y="2039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Delivery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1344" y="2468880"/>
            <a:ext cx="658368" cy="2468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2468880"/>
            <a:ext cx="658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1344" y="283464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Spec → /sdlc → 3 checkpoints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implementation + MRs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wrap-up: JIRA + Confluence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Issue Hierarchy: Simplified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Non-POD teams: 6 levels  →  POD teams: 3 levels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3794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07008"/>
            <a:ext cx="3794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98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NON-POD  (6 levels)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" y="1801368"/>
            <a:ext cx="4572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01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" y="2221992"/>
            <a:ext cx="4572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Epic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642616"/>
            <a:ext cx="4572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426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9264" y="3063240"/>
            <a:ext cx="4572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6424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15568" y="3483864"/>
            <a:ext cx="4572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52728" y="3483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/ Task / Defect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61872" y="3904488"/>
            <a:ext cx="45720" cy="2926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39044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029200" y="1207008"/>
            <a:ext cx="37947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207008"/>
            <a:ext cx="379476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298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 (3 levels)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0" y="1901952"/>
            <a:ext cx="3291840" cy="566928"/>
          </a:xfrm>
          <a:prstGeom prst="rect">
            <a:avLst/>
          </a:prstGeom>
          <a:solidFill>
            <a:srgbClr val="0078D4">
              <a:alpha val="12000"/>
            </a:srgbClr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901952"/>
            <a:ext cx="54864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22311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L5+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68112" y="2651760"/>
            <a:ext cx="3035808" cy="566928"/>
          </a:xfrm>
          <a:prstGeom prst="rect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2651760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05272" y="29809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Lead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24144" y="3401568"/>
            <a:ext cx="2779776" cy="566928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24144" y="3401568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61304" y="34381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61304" y="373075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Lead refines  ·  Developer runs /sdlc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68112" y="4069080"/>
            <a:ext cx="1188720" cy="237744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8112" y="4069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/sdlc targets this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Structure: CMDB-Rooted URLs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348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POD group, and POD changes with every reorg — Git URL change breaks include services and config servers.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IDs have proper Application Lifecycle Management in ServiceNow; all audit and compliance activities are tied to them.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a first-class asset, so repos are rooted there.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572768"/>
            <a:ext cx="3794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572768"/>
            <a:ext cx="37947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 —  Deep namespace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20574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gitlab.dell.com/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pricing/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dfsmatrix/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matrix-pricing-transformation-api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25146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1572768"/>
            <a:ext cx="37947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572768"/>
            <a:ext cx="379476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—  Flat CMDB-rooted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057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gitlab.dell.com/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1003390/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HIGHVALUEP/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ai.git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904488"/>
            <a:ext cx="8458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3995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399592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https://gitlab.dell.com/1003390/HIGHVALUEP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43159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sdd-install reads the CMDB ID (appId) from the Taxonomy API and writes this automatically — developers never type a CMDB ID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Lead Setup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 ·  Configure  ·  Generate Knowledge Base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Install the CLI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84582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tool install sdd-install-kit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 git+ssh://git@gitlab.dell.com/devsecops/sdd/pod-starter-kit.git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--reinstall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542032"/>
            <a:ext cx="2697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26334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12064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349300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from PowerShell or WSL. Installs the sdd-install CLI globally via uv.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2542032"/>
            <a:ext cx="2697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6334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 machine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49300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install, run sdd-install for any new workspace. No repeat installs.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2542032"/>
            <a:ext cx="2697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63347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failing?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3493008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git+ssh:// for git+https:// and use a GitLab PAT as the password.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2a  ·  Run the Wizard — dummy-pod  (live)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32688"/>
            <a:ext cx="84582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33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sdd-install --workspace C:\temp\sdd-dummy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627632"/>
          <a:ext cx="845820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600200"/>
                <a:gridCol w="493776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slug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dummy-pod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Skips Taxonomy API — safe, no credentials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 repos?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live GitLab access required for the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Windsurf?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7 skills to .windsurf\workflows\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Devin?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same skills to .devin\skills\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PATs (JIRA/GitLab)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in local.config — gitignored, never committed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7472" y="4069080"/>
            <a:ext cx="8458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352" y="4169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30 seconds later: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23160" y="4169664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ai\pod-info.md (placeholder values)  ·  .windsurf\workflows\ (7 skills)  ·  .devin\skills\  ·  push defaults to No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2b  ·  Real POD Workspace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slug, one Taxonomy API call — the kit knows your CMDB ID, JIRA project, Git URL, and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16152"/>
            <a:ext cx="5138928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307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ai\pod-info.md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" y="1664208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Namespace: dfs/pricing/dfsmatrix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Digital Financial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Name: High Value Pricing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Parent URL: https://gitlab.dell.com/1003390/HIGHVALUEP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 By: Ponaka, Kamalakar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CMDB ID: 1003390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 Project: HIGHVALUEP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 Project Link: https://jira.dell.com/projects/HIGHVALUEP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 Lead: Rafael.Alves1@dell.com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1216152"/>
            <a:ext cx="54864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33872" y="126187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CMDB-rooted Git URL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33872" y="156362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Taxonomy appId — no manual construction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21031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21488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Project key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33872" y="2450592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open issues, post comments, transition 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990088"/>
            <a:ext cx="54864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303580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Members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3337560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assignments and notifications automatic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3877056"/>
            <a:ext cx="54864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392277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defaults to Yes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33872" y="422452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dummy-pod — real work goes to real GitLab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Generate the Knowledge 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32688"/>
            <a:ext cx="845820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149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/create-pod-knowledge  (Windsurf)   |   devin run create-pod-knowledge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per project · POD Lead runs this · Drop any docs into ai\raw\ first · Takes 5–10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938528"/>
            <a:ext cx="2715768" cy="850392"/>
          </a:xfrm>
          <a:prstGeom prst="rect">
            <a:avLst/>
          </a:prstGeom>
          <a:solidFill>
            <a:srgbClr val="0078D4"/>
          </a:solidFill>
          <a:ln w="635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938528"/>
            <a:ext cx="45720" cy="850392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2996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4086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10-min read — purpose, entities, flows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93852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93852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202996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functional-spec.md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46704" y="234086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use cases, business rules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93852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93852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02996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technical-spec.md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34086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modules, tech stack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89864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89864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data-model-spec.md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30098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fields, indexes, ER diagrams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289864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89864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api-spec.md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46704" y="330098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 endpoint with schemas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289864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289864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99008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integration-spec.md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30098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+ external interfaces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85876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385876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9502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security-spec.md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26110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authz, data protection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18688" y="385876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385876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46704" y="39502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deployment-spec.md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46704" y="426110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CI/CD, infrastructure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9904" y="3858768"/>
            <a:ext cx="2715768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9904" y="3858768"/>
            <a:ext cx="45720" cy="8503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95020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nfr-spec.md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4261104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scalability SLAs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88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Feature Delivery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Spec  →  3 Human Checkpoints  →  Merged Code  →  Confluence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Chains It 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32688"/>
            <a:ext cx="8458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1C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33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/sdlc PODT-9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1965960" cy="9326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create-specs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311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20116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2834640"/>
            <a:ext cx="1810512" cy="1645920"/>
          </a:xfrm>
          <a:prstGeom prst="rect">
            <a:avLst/>
          </a:prstGeom>
          <a:solidFill>
            <a:srgbClr val="0078D4">
              <a:alpha val="10000"/>
            </a:srgbClr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880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31821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54787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scope,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FRs &amp; ACs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737360"/>
            <a:ext cx="1965960" cy="9326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create-plan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2032" y="22311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16552" y="20116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23744" y="2834640"/>
            <a:ext cx="1810512" cy="1645920"/>
          </a:xfrm>
          <a:prstGeom prst="rect">
            <a:avLst/>
          </a:prstGeom>
          <a:solidFill>
            <a:srgbClr val="00B4D8">
              <a:alpha val="1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2880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23744" y="31821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23744" y="354787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files,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order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737360"/>
            <a:ext cx="1965960" cy="9326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18304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18304" y="22311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MRs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92824" y="201168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00016" y="2834640"/>
            <a:ext cx="1810512" cy="1645920"/>
          </a:xfrm>
          <a:prstGeom prst="rect">
            <a:avLst/>
          </a:prstGeom>
          <a:solidFill>
            <a:srgbClr val="6366F1">
              <a:alpha val="1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8803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31821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0016" y="354787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 GitLab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03136" y="1737360"/>
            <a:ext cx="1965960" cy="9326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94576" y="18288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94576" y="22311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1  ·  Review specs.md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fetches the JIRA Spec ticket, cross-references ai\knowledge\, and self-validates before showing you anything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54864" cy="10789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3560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6479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testable, traceable — one behavior per FR. Source column traces to JIRA or app-spec.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90872" y="13258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32588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43560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76479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verbatim from JIRA. Tech-agnostic — no DB names, no framework terms.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53288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532888"/>
            <a:ext cx="54864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426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97180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 Scope and Out of Scope lists non-empty. Prevents drift at plan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253288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2532888"/>
            <a:ext cx="548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6426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8-Point Self-Validation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97180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checks: no implementation leakage, all FRs testable, no orphan requirements — fixes before showing.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739896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739896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4962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(max 5)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17880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3-iteration clarification loop runs first. Only genuinely unresolvable items surface here.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3739896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739896"/>
            <a:ext cx="54864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84962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17880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 specs.md directly if needed, then say 'continue'. Downstream respects the file, not JIRA.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2  ·  Review plan.md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all open questions must be resolved before plan generation starts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3560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File Changes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6479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paths, method names, approximate line numbers. No TBD, no placeholders.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90872" y="13258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325880"/>
            <a:ext cx="54864" cy="10789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43560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Order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76479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listed before the code they cover. AI writes red tests first, implements until green.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53288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532888"/>
            <a:ext cx="54864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6426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297180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 → clip-app/.../Handler.java → HandlerTest.java. Every requirement maps to a file and a test.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90872" y="253288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2532888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26426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 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97180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 your team's architectural rulebook. Hard violations block. Soft mismatches are warnings.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739896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739896"/>
            <a:ext cx="54864" cy="10789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4962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NOT to Modify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17880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list of files the AI will leave untouched — prevents accidental scope creep.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3739896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3739896"/>
            <a:ext cx="54864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84962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178808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approve, say 'execute'. The AI will not start writing code until you confirm.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Checkpoints 2 and 3  ·  Fully Autonomous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input required. Take a meeting, review another ticket, have lunch.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54864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298448"/>
            <a:ext cx="8302752" cy="493776"/>
          </a:xfrm>
          <a:prstGeom prst="rect">
            <a:avLst/>
          </a:prstGeom>
          <a:solidFill>
            <a:srgbClr val="F59E0B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990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check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1399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spec and plan for unresolved questions, traceability gaps, placeholder text. Blocks if anything is unclear.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920240"/>
            <a:ext cx="54864" cy="4937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" y="1920240"/>
            <a:ext cx="8302752" cy="493776"/>
          </a:xfrm>
          <a:prstGeom prst="rect">
            <a:avLst/>
          </a:prstGeom>
          <a:solidFill>
            <a:srgbClr val="0078D4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0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JIRA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0208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develop-PODT-9 across all impacted repos and ai/ repo. Transitions JIRA issue → In Development.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542032"/>
            <a:ext cx="54864" cy="4937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2542032"/>
            <a:ext cx="8302752" cy="493776"/>
          </a:xfrm>
          <a:prstGeom prst="rect">
            <a:avLst/>
          </a:prstGeom>
          <a:solidFill>
            <a:srgbClr val="6366F1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42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cycle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6426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failing tests → implements until green → refactors. Full build runs after each cycle.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3163824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" y="3163824"/>
            <a:ext cx="8302752" cy="493776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64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264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its own implementation against specs.md and plan.md. Fixes discrepancies before pushing.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785616"/>
            <a:ext cx="54864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3785616"/>
            <a:ext cx="8302752" cy="493776"/>
          </a:xfrm>
          <a:prstGeom prst="rect">
            <a:avLst/>
          </a:prstGeom>
          <a:solidFill>
            <a:srgbClr val="10B981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MRs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pushes, opens GitLab MRs targeting develop. One MR per impacted source project + one for ai/ repo.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4407408"/>
            <a:ext cx="54864" cy="4937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" y="4407408"/>
            <a:ext cx="8302752" cy="493776"/>
          </a:xfrm>
          <a:prstGeom prst="rect">
            <a:avLst/>
          </a:prstGeom>
          <a:solidFill>
            <a:srgbClr val="EC4899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507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change-summary.md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ai/specs/PODT-9/ — MR links, traceability matrix, task checklist.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3  ·  MR Review  +  Wrap-Up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4114800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47472" y="987552"/>
            <a:ext cx="4114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CHECKPOINT 3 — Human Code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reviews the GitLab MR and adds inline comments.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847088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/execute PODT-9 — the AI fetches each comment, implements fixes or replies with justification, builds, and pushes. MR thread updated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87552"/>
            <a:ext cx="4114800" cy="21214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87552"/>
            <a:ext cx="4114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789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/wrap-up PODT-9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794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all MRs are merged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feature branches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coding summary to JIRA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AI-Delivered label, transitions → Complete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Confluence docs (mandatory)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246120"/>
            <a:ext cx="8476488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3246120"/>
            <a:ext cx="8476488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337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Periodic (POD Lead, post-sprint)  —  /update-knowledge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73075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every delivered Spec into ai\knowledge\. The next /sdlc run already knows what shipped last sprint — new patterns, data model changes, API endpoints. Knowledge compounds sprint over sprint.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1508760" cy="1051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" y="10515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Spec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" y="14356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64792" y="129844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93392" y="960120"/>
            <a:ext cx="1508760" cy="10515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66544" y="10515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create-specs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66544" y="14356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66544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CP1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2152" y="129844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30752" y="960120"/>
            <a:ext cx="150876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0515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03904" y="14356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03904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CP2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9512" y="129844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68112" y="960120"/>
            <a:ext cx="1508760" cy="10515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41264" y="10515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41264" y="14356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MRs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41264" y="20848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CP3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76872" y="1298448"/>
            <a:ext cx="219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05472" y="960120"/>
            <a:ext cx="150876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78624" y="105156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78624" y="14356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JIRA+Confluence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263347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8580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start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263347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274320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checkpoints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263347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80060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included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263347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685800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written manually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Changes to the Demo Guide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improvements for a tighter, more reliable 30-minute webinar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40817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Add timestamps to section headings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73736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'## Part 1a (0:05–0:12)'. The header declares timing but sections don't — you'll need to count while presenting.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90872" y="129844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40817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  Move cheat sheet to the 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3752" y="173736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 line 576 but it's your presenter prompt card. Place it right after the pre-flight checklist.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48716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59689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Pin support DL in the chat at the start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92608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ai.native.sdlc.support@dell.com in Zoom chat before you begin — attendees can save it without waiting for the closing slide.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90872" y="248716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59689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Specify screen share window + resolution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292608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'Share the Windsurf window at 1920×1080, crop taskbar.' Prevents the most common webinar setup failure.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67588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7856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Take chat questions at checkpoints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11480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explicitly: 'I'll read chat while the AI runs between checkpoints.' Natural pause; removes awkward silence.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3675888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78561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Add Taxonomy Tool URL to pre-flight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4114800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in Accounts section without the URL inline. Attendees will ask for it in chat during the demo.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driven by your feedback from this and prior sessions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80160"/>
            <a:ext cx="54864" cy="5669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1280160"/>
            <a:ext cx="8302752" cy="566928"/>
          </a:xfrm>
          <a:prstGeom prst="rect">
            <a:avLst/>
          </a:prstGeom>
          <a:solidFill>
            <a:srgbClr val="0078D4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990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13533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with OAuth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1609344"/>
            <a:ext cx="1874520" cy="201168"/>
          </a:xfrm>
          <a:prstGeom prst="rect">
            <a:avLst/>
          </a:prstGeom>
          <a:solidFill>
            <a:srgbClr val="0078D4">
              <a:alpha val="18000"/>
            </a:srgbClr>
          </a:solidFill>
          <a:ln w="635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6093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8620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per-developer JIRA &amp; GitLab PATs. Auth flows through enterprise MCP — installer simplifies, secrets stop living in local.config.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956816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956816"/>
            <a:ext cx="8302752" cy="566928"/>
          </a:xfrm>
          <a:prstGeom prst="rect">
            <a:avLst/>
          </a:prstGeom>
          <a:solidFill>
            <a:srgbClr val="00B4D8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0756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4128" y="20299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Telemetry &amp; Security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24128" y="2286000"/>
            <a:ext cx="1874520" cy="201168"/>
          </a:xfrm>
          <a:prstGeom prst="rect">
            <a:avLst/>
          </a:prstGeom>
          <a:solidFill>
            <a:srgbClr val="00B4D8">
              <a:alpha val="1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2860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+ guardrails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86200" y="2048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prompt patterns across PODs to measure adoption, surface anti-patterns, and enforce safe-use policies — without leaking sensitive context.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633472"/>
            <a:ext cx="54864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2633472"/>
            <a:ext cx="8302752" cy="566928"/>
          </a:xfrm>
          <a:prstGeom prst="rect">
            <a:avLst/>
          </a:prstGeom>
          <a:solidFill>
            <a:srgbClr val="6366F1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75234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24128" y="27066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Hooks Integration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24128" y="2962656"/>
            <a:ext cx="1874520" cy="201168"/>
          </a:xfrm>
          <a:prstGeom prst="rect">
            <a:avLst/>
          </a:prstGeom>
          <a:solidFill>
            <a:srgbClr val="6366F1">
              <a:alpha val="18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296265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+ policy gates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86200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Snyk SAST, SCA &amp; IaC scans into the harness as automated hooks — block MR creation on High/Critical findings; no manual invocation.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3310128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3310128"/>
            <a:ext cx="8302752" cy="566928"/>
          </a:xfrm>
          <a:prstGeom prst="rect">
            <a:avLst/>
          </a:prstGeom>
          <a:solidFill>
            <a:srgbClr val="F59E0B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3429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🗂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24128" y="3383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SDLC Taxonomy Tool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24128" y="3639312"/>
            <a:ext cx="1874520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36393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Guilds · Hierarchy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86200" y="3401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Program Lead &amp; Feature Lead roles, clean up legacy fields, and model Guilds and Leadership Hierarchy so /sdlc resolves reviewers, approvers, and escalation paths automatically.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3986784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" y="3986784"/>
            <a:ext cx="8302752" cy="566928"/>
          </a:xfrm>
          <a:prstGeom prst="rect">
            <a:avLst/>
          </a:prstGeom>
          <a:solidFill>
            <a:srgbClr val="10B981">
              <a:alpha val="7000"/>
            </a:srgbClr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41056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24128" y="40599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Refinement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24128" y="4315968"/>
            <a:ext cx="1874520" cy="201168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" y="4315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you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86200" y="4078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webinar, demo, and POD onboarding feeds the backlog. Skills, CONSTITUTION rules, and knowledge templates evolve sprint over sprint.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request? Drop it in chat or email ai.native.sdlc.support@dell.com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457200" y="19019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BA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them in the Zoom chat — I'll work through them now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75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606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Taxonomy Tool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6060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https://ai-native.devops360-p3.kob.dell.com/SDD/Pods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75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33832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ai.native.sdlc.support@dell.com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75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4160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Starter Kit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1605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https://gitlab.dell.com/ai-native-sdlc/sdd/pod-starter-kit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 Starter Kit — AI-Native SDLC Harness</dc:title>
  <dc:subject>PptxGenJS Presentation</dc:subject>
  <dc:creator>Kamalakar Ponaka</dc:creator>
  <cp:lastModifiedBy>Kamalakar Ponaka</cp:lastModifiedBy>
  <cp:revision>1</cp:revision>
  <dcterms:created xsi:type="dcterms:W3CDTF">2026-05-12T12:11:46Z</dcterms:created>
  <dcterms:modified xsi:type="dcterms:W3CDTF">2026-05-12T12:11:46Z</dcterms:modified>
</cp:coreProperties>
</file>